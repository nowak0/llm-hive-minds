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678fc6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678fc6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41400"/>
            <a:ext cx="8520600" cy="23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Rozproszona współpraca LLM inspirowana umysłami rojowymi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5326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1700"/>
              <a:t>Jakub Nowak, Alicja Sobiech, Oliwier Komorowski, Kacper Skudlarz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Plan prezentacji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Informacje Ogólne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Założenia projektowe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Wykorzystane technologie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Osiągnięte rezultaty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Podsumowanie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Plany na następny semestr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